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I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32764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OpenWorkBuddy · 新用户上手指南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3276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3276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4E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394960"/>
            <a:ext cx="12188952" cy="54864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41732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OpenWorkBuddy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822960" y="242316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B8CC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说一句话，它替你把活干完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822960" y="3310128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FB4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办公智能体 · 新用户上手指南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56235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B4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自然语言下任务  ·  自主规划执行  ·  直接交付可用的文件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这份指南带你走完四步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48640" y="1024128"/>
            <a:ext cx="11091672" cy="0"/>
          </a:xfrm>
          <a:prstGeom prst="line">
            <a:avLst/>
          </a:prstGeom>
          <a:noFill/>
          <a:ln w="25400">
            <a:solidFill>
              <a:srgbClr val="2E75B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600200"/>
            <a:ext cx="10698480" cy="932688"/>
          </a:xfrm>
          <a:prstGeom prst="roundRect">
            <a:avLst>
              <a:gd name="adj" fmla="val 7843"/>
            </a:avLst>
          </a:prstGeom>
          <a:solidFill>
            <a:srgbClr val="EEF3F9"/>
          </a:solidFill>
          <a:ln w="12700">
            <a:solidFill>
              <a:srgbClr val="D6E0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1755648"/>
            <a:ext cx="9144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75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965960" y="1709928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它是什么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965960" y="2112264"/>
            <a:ext cx="9052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一句话理解这个助手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" y="2770632"/>
            <a:ext cx="10698480" cy="932688"/>
          </a:xfrm>
          <a:prstGeom prst="roundRect">
            <a:avLst>
              <a:gd name="adj" fmla="val 7843"/>
            </a:avLst>
          </a:prstGeom>
          <a:solidFill>
            <a:srgbClr val="EEF3F9"/>
          </a:solidFill>
          <a:ln w="12700">
            <a:solidFill>
              <a:srgbClr val="D6E0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2926080"/>
            <a:ext cx="9144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75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965960" y="288036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它怎么干活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965960" y="3282696"/>
            <a:ext cx="9052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从下达任务到交付文件的完整链路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" y="3941064"/>
            <a:ext cx="10698480" cy="932688"/>
          </a:xfrm>
          <a:prstGeom prst="roundRect">
            <a:avLst>
              <a:gd name="adj" fmla="val 7843"/>
            </a:avLst>
          </a:prstGeom>
          <a:solidFill>
            <a:srgbClr val="EEF3F9"/>
          </a:solidFill>
          <a:ln w="12700">
            <a:solidFill>
              <a:srgbClr val="D6E0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4096512"/>
            <a:ext cx="9144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75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965960" y="4050792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它能调什么工具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965960" y="4453128"/>
            <a:ext cx="9052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文档、检索、数据、飞书、内容生成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31520" y="5111496"/>
            <a:ext cx="10698480" cy="932688"/>
          </a:xfrm>
          <a:prstGeom prst="roundRect">
            <a:avLst>
              <a:gd name="adj" fmla="val 7843"/>
            </a:avLst>
          </a:prstGeom>
          <a:solidFill>
            <a:srgbClr val="EEF3F9"/>
          </a:solidFill>
          <a:ln w="12700">
            <a:solidFill>
              <a:srgbClr val="D6E0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0120" y="5266944"/>
            <a:ext cx="9144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75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1965960" y="5221224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怎么上手用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965960" y="5623560"/>
            <a:ext cx="9052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下任务、看成果、遇问题怎么办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3276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F4E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148840"/>
            <a:ext cx="1828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2E75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914400" y="3154680"/>
            <a:ext cx="10058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它是什么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914400" y="39776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CC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一个能听懂人话、自己把活干完的办公助手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它不是一个聊天机器人，是一个“能交活的助手”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48640" y="1024128"/>
            <a:ext cx="11091672" cy="0"/>
          </a:xfrm>
          <a:prstGeom prst="line">
            <a:avLst/>
          </a:prstGeom>
          <a:noFill/>
          <a:ln w="25400">
            <a:solidFill>
              <a:srgbClr val="2E75B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554480"/>
            <a:ext cx="5120640" cy="2286000"/>
          </a:xfrm>
          <a:prstGeom prst="roundRect">
            <a:avLst>
              <a:gd name="adj" fmla="val 3200"/>
            </a:avLst>
          </a:prstGeom>
          <a:solidFill>
            <a:srgbClr val="EEF3F9"/>
          </a:solidFill>
          <a:ln w="12700">
            <a:solidFill>
              <a:srgbClr val="D6E0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1755648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普通对话式 AI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60120" y="2240280"/>
            <a:ext cx="4663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告诉你怎么做，答案在对话框里</a:t>
            </a:r>
            <a:endParaRPr lang="en-US" sz="1300" dirty="0"/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你得自己复制、粘贴、排版</a:t>
            </a:r>
            <a:endParaRPr lang="en-US" sz="1300" dirty="0"/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换个软件、换个格式，它帮不上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172200" y="1554480"/>
            <a:ext cx="5257800" cy="2286000"/>
          </a:xfrm>
          <a:prstGeom prst="roundRect">
            <a:avLst>
              <a:gd name="adj" fmla="val 3200"/>
            </a:avLst>
          </a:prstGeom>
          <a:solidFill>
            <a:srgbClr val="EEF3F9"/>
          </a:solidFill>
          <a:ln w="12700">
            <a:solidFill>
              <a:srgbClr val="D6E0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172200" y="1554480"/>
            <a:ext cx="525780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25400">
            <a:solidFill>
              <a:srgbClr val="2E75B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0" y="1755648"/>
            <a:ext cx="4800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OpenWorkBuddy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400800" y="2240280"/>
            <a:ext cx="4800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直接给你做好的文件（PPT/Word/Excel）</a:t>
            </a:r>
            <a:endParaRPr lang="en-US" sz="1300" dirty="0"/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自己拆步骤、自己调工具、自己检查</a:t>
            </a:r>
            <a:endParaRPr lang="en-US" sz="1300" dirty="0"/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成果落在目录里，点开就能用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416052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050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你出的是“需求”，它交的是“成品”。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731520" y="4754880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全程用中文说话就行，不需要学命令、不需要记参数。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3276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F4E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148840"/>
            <a:ext cx="1828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2E75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914400" y="3154680"/>
            <a:ext cx="10058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它怎么干活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914400" y="39776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CC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你只说一句话，剩下的它自己安排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接到任务后，它自己走完这五步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48640" y="1024128"/>
            <a:ext cx="11091672" cy="0"/>
          </a:xfrm>
          <a:prstGeom prst="line">
            <a:avLst/>
          </a:prstGeom>
          <a:noFill/>
          <a:ln w="25400">
            <a:solidFill>
              <a:srgbClr val="2E75B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34440" y="1481328"/>
            <a:ext cx="3108960" cy="786384"/>
          </a:xfrm>
          <a:prstGeom prst="roundRect">
            <a:avLst>
              <a:gd name="adj" fmla="val 10465"/>
            </a:avLst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80160" y="1536192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你说一句办公任务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1280160" y="1901952"/>
            <a:ext cx="3017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8CC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中文自然语言，不用敲命令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88920" y="2267712"/>
            <a:ext cx="0" cy="219456"/>
          </a:xfrm>
          <a:prstGeom prst="line">
            <a:avLst/>
          </a:prstGeom>
          <a:noFill/>
          <a:ln w="25400">
            <a:solidFill>
              <a:srgbClr val="2E75B6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1234440" y="2487168"/>
            <a:ext cx="3108960" cy="786384"/>
          </a:xfrm>
          <a:prstGeom prst="roundRect">
            <a:avLst>
              <a:gd name="adj" fmla="val 10465"/>
            </a:avLst>
          </a:prstGeom>
          <a:solidFill>
            <a:srgbClr val="EEF3F9"/>
          </a:solidFill>
          <a:ln w="17780">
            <a:solidFill>
              <a:srgbClr val="2E75B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80160" y="2542032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它拆解任务、规划步骤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280160" y="2907792"/>
            <a:ext cx="3017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先想清楚要做哪几件事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88920" y="3273552"/>
            <a:ext cx="0" cy="219456"/>
          </a:xfrm>
          <a:prstGeom prst="line">
            <a:avLst/>
          </a:prstGeom>
          <a:noFill/>
          <a:ln w="25400">
            <a:solidFill>
              <a:srgbClr val="2E75B6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1234440" y="3493008"/>
            <a:ext cx="3108960" cy="786384"/>
          </a:xfrm>
          <a:prstGeom prst="roundRect">
            <a:avLst>
              <a:gd name="adj" fmla="val 10465"/>
            </a:avLst>
          </a:prstGeom>
          <a:solidFill>
            <a:srgbClr val="EEF3F9"/>
          </a:solidFill>
          <a:ln w="17780">
            <a:solidFill>
              <a:srgbClr val="2E75B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80160" y="3547872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它挑工具、动手执行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1280160" y="3913632"/>
            <a:ext cx="3017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写文档、查资料、跑数据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88920" y="4279392"/>
            <a:ext cx="0" cy="219456"/>
          </a:xfrm>
          <a:prstGeom prst="line">
            <a:avLst/>
          </a:prstGeom>
          <a:noFill/>
          <a:ln w="25400">
            <a:solidFill>
              <a:srgbClr val="2E75B6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1234440" y="4498848"/>
            <a:ext cx="3108960" cy="786384"/>
          </a:xfrm>
          <a:prstGeom prst="roundRect">
            <a:avLst>
              <a:gd name="adj" fmla="val 10465"/>
            </a:avLst>
          </a:prstGeom>
          <a:solidFill>
            <a:srgbClr val="EEF3F9"/>
          </a:solidFill>
          <a:ln w="17780">
            <a:solidFill>
              <a:srgbClr val="2E75B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80160" y="4553712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它自己核对成果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280160" y="4919472"/>
            <a:ext cx="3017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确认文件真的生成、能打开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88920" y="5285232"/>
            <a:ext cx="0" cy="219456"/>
          </a:xfrm>
          <a:prstGeom prst="line">
            <a:avLst/>
          </a:prstGeom>
          <a:noFill/>
          <a:ln w="25400">
            <a:solidFill>
              <a:srgbClr val="2E75B6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1234440" y="5504688"/>
            <a:ext cx="3108960" cy="786384"/>
          </a:xfrm>
          <a:prstGeom prst="roundRect">
            <a:avLst>
              <a:gd name="adj" fmla="val 10465"/>
            </a:avLst>
          </a:prstGeom>
          <a:solidFill>
            <a:srgbClr val="EEF3F9"/>
          </a:solidFill>
          <a:ln w="17780">
            <a:solidFill>
              <a:srgbClr val="2E75B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280160" y="5559552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落到工作目录并汇报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1280160" y="5925312"/>
            <a:ext cx="3017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文件可直接预览，再告诉你做了啥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892040" y="1481328"/>
            <a:ext cx="6537960" cy="4809744"/>
          </a:xfrm>
          <a:prstGeom prst="roundRect">
            <a:avLst>
              <a:gd name="adj" fmla="val 1521"/>
            </a:avLst>
          </a:prstGeom>
          <a:solidFill>
            <a:srgbClr val="EEF3F9"/>
          </a:solidFill>
          <a:ln w="12700">
            <a:solidFill>
              <a:srgbClr val="D6E0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66360" y="1691640"/>
            <a:ext cx="6035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这中间不需要你盯着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5166360" y="2322576"/>
            <a:ext cx="219456" cy="219456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26" name="Text 24"/>
          <p:cNvSpPr/>
          <p:nvPr/>
        </p:nvSpPr>
        <p:spPr>
          <a:xfrm>
            <a:off x="5504688" y="2249424"/>
            <a:ext cx="5669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会自己判断路线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504688" y="2569464"/>
            <a:ext cx="56692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该写文档就写文档，该查资料就联网查，不用你指定用什么工具。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166360" y="3328416"/>
            <a:ext cx="219456" cy="219456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29" name="Text 27"/>
          <p:cNvSpPr/>
          <p:nvPr/>
        </p:nvSpPr>
        <p:spPr>
          <a:xfrm>
            <a:off x="5504688" y="3255264"/>
            <a:ext cx="5669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两步需要你出个面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504688" y="3575304"/>
            <a:ext cx="56692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遇到只有你知道的信息（比如发给谁、走哪条路），它会弹选项让你点一下；其余自己定。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5166360" y="4334256"/>
            <a:ext cx="219456" cy="219456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32" name="Text 30"/>
          <p:cNvSpPr/>
          <p:nvPr/>
        </p:nvSpPr>
        <p:spPr>
          <a:xfrm>
            <a:off x="5504688" y="4261104"/>
            <a:ext cx="5669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交付前会自己验收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504688" y="4581144"/>
            <a:ext cx="56692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文件写完会再读回来检查，确认真的存在、内容完整才交给你。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5166360" y="5340096"/>
            <a:ext cx="219456" cy="219456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35" name="Text 33"/>
          <p:cNvSpPr/>
          <p:nvPr/>
        </p:nvSpPr>
        <p:spPr>
          <a:xfrm>
            <a:off x="5504688" y="5266944"/>
            <a:ext cx="5669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不会瞎编进度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504688" y="5586984"/>
            <a:ext cx="56692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做不到的事会直说做不到，不会假装已经做好。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3276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只有两种情况它会停下问你，其余自己决定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48640" y="1024128"/>
            <a:ext cx="11091672" cy="0"/>
          </a:xfrm>
          <a:prstGeom prst="line">
            <a:avLst/>
          </a:prstGeom>
          <a:noFill/>
          <a:ln w="25400">
            <a:solidFill>
              <a:srgbClr val="2E75B6"/>
            </a:solidFill>
            <a:prstDash val="solid"/>
          </a:ln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600200"/>
          <a:ext cx="1069848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3931920"/>
                <a:gridCol w="3108960"/>
              </a:tblGrid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什么时候问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举个例子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你怎么回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关键信息没给，问不清就白做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文件要发给谁、用哪个账号发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点它弹出来的选项，或直接补一句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成品会完全不同，得你来选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报告交 Word 还是 PDF；封面用生图还是排版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选一个方向，它接着往下做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731520" y="39776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除了这两类，配色、版式、用哪个库、跑几轮这种技术细节，它自己拿主意——你不用懂，也不用管。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731520" y="4617720"/>
            <a:ext cx="10698480" cy="1417320"/>
          </a:xfrm>
          <a:prstGeom prst="roundRect">
            <a:avLst>
              <a:gd name="adj" fmla="val 5161"/>
            </a:avLst>
          </a:prstGeom>
          <a:solidFill>
            <a:srgbClr val="EEF3F9"/>
          </a:solidFill>
          <a:ln w="12700">
            <a:solidFill>
              <a:srgbClr val="D6E0E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60120" y="4773168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记住一句话就行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960120" y="5166360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你只要交代“要什么、给谁用”，不用交代“怎么做”。该问的它会来问，不该问的它不烦你。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3276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F4E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148840"/>
            <a:ext cx="1828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2E75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914400" y="3154680"/>
            <a:ext cx="10058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它能调什么工具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914400" y="39776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CC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五类能力，覆盖日常办公的绝大多数活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五类工具，它自己挑着用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48640" y="1024128"/>
            <a:ext cx="11091672" cy="0"/>
          </a:xfrm>
          <a:prstGeom prst="line">
            <a:avLst/>
          </a:prstGeom>
          <a:noFill/>
          <a:ln w="25400">
            <a:solidFill>
              <a:srgbClr val="2E75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972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你不用指定用哪个，说清楚要什么结果就行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1645920"/>
            <a:ext cx="100584" cy="804672"/>
          </a:xfrm>
          <a:prstGeom prst="roundRect">
            <a:avLst>
              <a:gd name="adj" fmla="val 45455"/>
            </a:avLst>
          </a:prstGeom>
          <a:solidFill>
            <a:srgbClr val="1F4E79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673352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办公文档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05840" y="2039112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PPT / Word / Excel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200400" y="1792224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做汇报材料、写方案报告、出数据报表，带格式带公式，打开就能改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1005840" y="2505456"/>
            <a:ext cx="10424160" cy="0"/>
          </a:xfrm>
          <a:prstGeom prst="line">
            <a:avLst/>
          </a:prstGeom>
          <a:noFill/>
          <a:ln w="9525">
            <a:solidFill>
              <a:srgbClr val="D6E0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2578608"/>
            <a:ext cx="100584" cy="804672"/>
          </a:xfrm>
          <a:prstGeom prst="roundRect">
            <a:avLst>
              <a:gd name="adj" fmla="val 45455"/>
            </a:avLst>
          </a:prstGeom>
          <a:solidFill>
            <a:srgbClr val="2E75B6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26060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联网检索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05840" y="2971800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搜索 / 抓网页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200400" y="2724912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查最新政策、比价格、找竞品资料，不只给链接，还给结论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1005840" y="3438144"/>
            <a:ext cx="10424160" cy="0"/>
          </a:xfrm>
          <a:prstGeom prst="line">
            <a:avLst/>
          </a:prstGeom>
          <a:noFill/>
          <a:ln w="9525">
            <a:solidFill>
              <a:srgbClr val="D6E0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3511296"/>
            <a:ext cx="100584" cy="804672"/>
          </a:xfrm>
          <a:prstGeom prst="roundRect">
            <a:avLst>
              <a:gd name="adj" fmla="val 45455"/>
            </a:avLst>
          </a:prstGeom>
          <a:solidFill>
            <a:srgbClr val="5B9BD5"/>
          </a:solidFill>
          <a:ln/>
        </p:spPr>
      </p:sp>
      <p:sp>
        <p:nvSpPr>
          <p:cNvPr id="16" name="Text 14"/>
          <p:cNvSpPr/>
          <p:nvPr/>
        </p:nvSpPr>
        <p:spPr>
          <a:xfrm>
            <a:off x="1005840" y="3538728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数据处理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005840" y="3904488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Node / Shell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200400" y="3657600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批量改文件名、清洗表格、算指标、跑脚本，几十上百个文件也一样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1005840" y="4370832"/>
            <a:ext cx="10424160" cy="0"/>
          </a:xfrm>
          <a:prstGeom prst="line">
            <a:avLst/>
          </a:prstGeom>
          <a:noFill/>
          <a:ln w="9525">
            <a:solidFill>
              <a:srgbClr val="D6E0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0" y="4443984"/>
            <a:ext cx="100584" cy="804672"/>
          </a:xfrm>
          <a:prstGeom prst="roundRect">
            <a:avLst>
              <a:gd name="adj" fmla="val 45455"/>
            </a:avLst>
          </a:prstGeom>
          <a:solidFill>
            <a:srgbClr val="7FB2E5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" y="4471416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飞书协作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005840" y="4837176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消息 / 文档 / 日历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200400" y="4590288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发消息、建群、写云文档、记日程、提审批，直接操作你的飞书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1005840" y="5303520"/>
            <a:ext cx="10424160" cy="0"/>
          </a:xfrm>
          <a:prstGeom prst="line">
            <a:avLst/>
          </a:prstGeom>
          <a:noFill/>
          <a:ln w="9525">
            <a:solidFill>
              <a:srgbClr val="D6E0E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31520" y="5376672"/>
            <a:ext cx="100584" cy="804672"/>
          </a:xfrm>
          <a:prstGeom prst="roundRect">
            <a:avLst>
              <a:gd name="adj" fmla="val 45455"/>
            </a:avLst>
          </a:prstGeom>
          <a:solidFill>
            <a:srgbClr val="A8C9EA"/>
          </a:solidFill>
          <a:ln/>
        </p:spPr>
      </p:sp>
      <p:sp>
        <p:nvSpPr>
          <p:cNvPr id="26" name="Text 24"/>
          <p:cNvSpPr/>
          <p:nvPr/>
        </p:nvSpPr>
        <p:spPr>
          <a:xfrm>
            <a:off x="1005840" y="5404104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内容生成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005840" y="5769864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图表 / 图片 / 配音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200400" y="5522976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流程图架构图、数据图表、海报封面、语音旁白，一条龙出素材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3276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F4E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148840"/>
            <a:ext cx="1828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2E75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914400" y="3154680"/>
            <a:ext cx="10058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怎么上手用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914400" y="39776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CC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三步走：说需求 → 看成果 → 接着改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任务怎么下达？像跟同事交代事一样说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48640" y="1024128"/>
            <a:ext cx="11091672" cy="0"/>
          </a:xfrm>
          <a:prstGeom prst="line">
            <a:avLst/>
          </a:prstGeom>
          <a:noFill/>
          <a:ln w="25400">
            <a:solidFill>
              <a:srgbClr val="2E75B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600200"/>
            <a:ext cx="5120640" cy="3291840"/>
          </a:xfrm>
          <a:prstGeom prst="roundRect">
            <a:avLst>
              <a:gd name="adj" fmla="val 2222"/>
            </a:avLst>
          </a:prstGeom>
          <a:solidFill>
            <a:srgbClr val="EEF3F9"/>
          </a:solidFill>
          <a:ln w="12700">
            <a:solidFill>
              <a:srgbClr val="D6E0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1783080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50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✕  这样说，它容易跑偏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60120" y="2286000"/>
            <a:ext cx="4663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“帮我弄个 PPT”</a:t>
            </a:r>
            <a:endParaRPr lang="en-US" sz="13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“分析一下这个数据”</a:t>
            </a:r>
            <a:endParaRPr lang="en-US" sz="13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“整理一下会议内容”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60120" y="3977640"/>
            <a:ext cx="4663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没说清楚给谁看、要什么结果，它只能猜。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172200" y="1600200"/>
            <a:ext cx="5257800" cy="3291840"/>
          </a:xfrm>
          <a:prstGeom prst="roundRect">
            <a:avLst>
              <a:gd name="adj" fmla="val 2222"/>
            </a:avLst>
          </a:prstGeom>
          <a:solidFill>
            <a:srgbClr val="EEF3F9"/>
          </a:solidFill>
          <a:ln w="25400">
            <a:solidFill>
              <a:srgbClr val="2E75B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0" y="1783080"/>
            <a:ext cx="4800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 这样说，一次就对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00800" y="2286000"/>
            <a:ext cx="4800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“做一份给客户的介绍 PPT，10 页左右”</a:t>
            </a:r>
            <a:endParaRPr lang="en-US" sz="13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“把这份销售表做成月度报表，带汇总”</a:t>
            </a:r>
            <a:endParaRPr lang="en-US" sz="13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“整理成会议纪要，列出结论和待办”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0" y="3977640"/>
            <a:ext cx="4800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带上「做什么 + 给谁 + 要什么形态」，它就懂了。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31520" y="51206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格式、字体、配色这些细节不用交代——你说了它就照做，没说它按最稳妥的来。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3276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成果就是文件，落在工作目录里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48640" y="1024128"/>
            <a:ext cx="11091672" cy="0"/>
          </a:xfrm>
          <a:prstGeom prst="line">
            <a:avLst/>
          </a:prstGeom>
          <a:noFill/>
          <a:ln w="25400">
            <a:solidFill>
              <a:srgbClr val="2E75B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645920"/>
            <a:ext cx="2029968" cy="2377440"/>
          </a:xfrm>
          <a:prstGeom prst="roundRect">
            <a:avLst>
              <a:gd name="adj" fmla="val 3604"/>
            </a:avLst>
          </a:prstGeom>
          <a:solidFill>
            <a:srgbClr val="EEF3F9"/>
          </a:solidFill>
          <a:ln w="12700">
            <a:solidFill>
              <a:srgbClr val="D6E0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874520"/>
            <a:ext cx="18470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75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.pptx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22960" y="2487168"/>
            <a:ext cx="18470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演示文稿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188720" y="2926080"/>
            <a:ext cx="1115568" cy="0"/>
          </a:xfrm>
          <a:prstGeom prst="line">
            <a:avLst/>
          </a:prstGeom>
          <a:noFill/>
          <a:ln w="12700">
            <a:solidFill>
              <a:srgbClr val="D6E0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9536" y="3017520"/>
            <a:ext cx="177393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拿去开会、发给客户，能继续编辑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898648" y="1645920"/>
            <a:ext cx="2029968" cy="2377440"/>
          </a:xfrm>
          <a:prstGeom prst="roundRect">
            <a:avLst>
              <a:gd name="adj" fmla="val 3604"/>
            </a:avLst>
          </a:prstGeom>
          <a:solidFill>
            <a:srgbClr val="EEF3F9"/>
          </a:solidFill>
          <a:ln w="12700">
            <a:solidFill>
              <a:srgbClr val="D6E0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90088" y="1874520"/>
            <a:ext cx="18470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75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.docx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990088" y="2487168"/>
            <a:ext cx="18470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Word 文档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355848" y="2926080"/>
            <a:ext cx="1115568" cy="0"/>
          </a:xfrm>
          <a:prstGeom prst="line">
            <a:avLst/>
          </a:prstGeom>
          <a:noFill/>
          <a:ln w="12700">
            <a:solidFill>
              <a:srgbClr val="D6E0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26664" y="3017520"/>
            <a:ext cx="177393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报告、方案、周报，格式排好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065776" y="1645920"/>
            <a:ext cx="2029968" cy="2377440"/>
          </a:xfrm>
          <a:prstGeom prst="roundRect">
            <a:avLst>
              <a:gd name="adj" fmla="val 3604"/>
            </a:avLst>
          </a:prstGeom>
          <a:solidFill>
            <a:srgbClr val="EEF3F9"/>
          </a:solidFill>
          <a:ln w="12700">
            <a:solidFill>
              <a:srgbClr val="D6E0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57216" y="1874520"/>
            <a:ext cx="18470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75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.xlsx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157216" y="2487168"/>
            <a:ext cx="18470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Excel 报表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522976" y="2926080"/>
            <a:ext cx="1115568" cy="0"/>
          </a:xfrm>
          <a:prstGeom prst="line">
            <a:avLst/>
          </a:prstGeom>
          <a:noFill/>
          <a:ln w="12700">
            <a:solidFill>
              <a:srgbClr val="D6E0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93792" y="3017520"/>
            <a:ext cx="177393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带公式和汇总，数据能接着算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232904" y="1645920"/>
            <a:ext cx="2029968" cy="2377440"/>
          </a:xfrm>
          <a:prstGeom prst="roundRect">
            <a:avLst>
              <a:gd name="adj" fmla="val 3604"/>
            </a:avLst>
          </a:prstGeom>
          <a:solidFill>
            <a:srgbClr val="EEF3F9"/>
          </a:solidFill>
          <a:ln w="12700">
            <a:solidFill>
              <a:srgbClr val="D6E0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24344" y="1874520"/>
            <a:ext cx="18470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75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.html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7324344" y="2487168"/>
            <a:ext cx="18470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网页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690104" y="2926080"/>
            <a:ext cx="1115568" cy="0"/>
          </a:xfrm>
          <a:prstGeom prst="line">
            <a:avLst/>
          </a:prstGeom>
          <a:noFill/>
          <a:ln w="12700">
            <a:solidFill>
              <a:srgbClr val="D6E0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60920" y="3017520"/>
            <a:ext cx="177393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报告网页版，双击就能打开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9400032" y="1645920"/>
            <a:ext cx="2029968" cy="2377440"/>
          </a:xfrm>
          <a:prstGeom prst="roundRect">
            <a:avLst>
              <a:gd name="adj" fmla="val 3604"/>
            </a:avLst>
          </a:prstGeom>
          <a:solidFill>
            <a:srgbClr val="EEF3F9"/>
          </a:solidFill>
          <a:ln w="12700">
            <a:solidFill>
              <a:srgbClr val="D6E0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491472" y="1874520"/>
            <a:ext cx="18470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75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.md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9491472" y="2487168"/>
            <a:ext cx="18470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Markdown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9857232" y="2926080"/>
            <a:ext cx="1115568" cy="0"/>
          </a:xfrm>
          <a:prstGeom prst="line">
            <a:avLst/>
          </a:prstGeom>
          <a:noFill/>
          <a:ln w="12700">
            <a:solidFill>
              <a:srgbClr val="D6E0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528048" y="3017520"/>
            <a:ext cx="177393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纯文本笔记，方便归档复用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731520" y="4297680"/>
            <a:ext cx="10698480" cy="1691640"/>
          </a:xfrm>
          <a:prstGeom prst="roundRect">
            <a:avLst>
              <a:gd name="adj" fmla="val 4324"/>
            </a:avLst>
          </a:prstGeom>
          <a:solidFill>
            <a:srgbClr val="EEF3F9"/>
          </a:solidFill>
          <a:ln w="12700">
            <a:solidFill>
              <a:srgbClr val="D6E0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60120" y="4462272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拿到成果后你可以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960120" y="4864608"/>
            <a:ext cx="10241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直接预览——成果区点开就能看，不用先下载</a:t>
            </a:r>
            <a:endParaRPr lang="en-US" sz="12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直接拿走——找到文件所在位置，复制到任何地方用</a:t>
            </a:r>
            <a:endParaRPr lang="en-US" sz="12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直接提改——哪里不满意就说一句，它在原文件上改，不会重做一份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3276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上手就三步，现在就能试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48640" y="1024128"/>
            <a:ext cx="11091672" cy="0"/>
          </a:xfrm>
          <a:prstGeom prst="line">
            <a:avLst/>
          </a:prstGeom>
          <a:noFill/>
          <a:ln w="25400">
            <a:solidFill>
              <a:srgbClr val="2E75B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600200"/>
            <a:ext cx="3401568" cy="2651760"/>
          </a:xfrm>
          <a:prstGeom prst="roundRect">
            <a:avLst>
              <a:gd name="adj" fmla="val 3103"/>
            </a:avLst>
          </a:prstGeom>
          <a:solidFill>
            <a:srgbClr val="EEF3F9"/>
          </a:solidFill>
          <a:ln w="12700">
            <a:solidFill>
              <a:srgbClr val="D6E0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157984" y="1828800"/>
            <a:ext cx="548640" cy="548640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6" name="Text 4"/>
          <p:cNvSpPr/>
          <p:nvPr/>
        </p:nvSpPr>
        <p:spPr>
          <a:xfrm>
            <a:off x="2157984" y="18288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14400" y="2514600"/>
            <a:ext cx="30358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说需求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14400" y="2907792"/>
            <a:ext cx="30358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E75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第一步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50976" y="3246120"/>
            <a:ext cx="296265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用一句中文讲清楚你要什么，比如“做一份介绍 OpenWorkBuddy 的 PPT”。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61688" y="1600200"/>
            <a:ext cx="3401568" cy="2651760"/>
          </a:xfrm>
          <a:prstGeom prst="roundRect">
            <a:avLst>
              <a:gd name="adj" fmla="val 3103"/>
            </a:avLst>
          </a:prstGeom>
          <a:solidFill>
            <a:srgbClr val="EEF3F9"/>
          </a:solidFill>
          <a:ln w="12700">
            <a:solidFill>
              <a:srgbClr val="D6E0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788152" y="1828800"/>
            <a:ext cx="548640" cy="548640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12" name="Text 10"/>
          <p:cNvSpPr/>
          <p:nvPr/>
        </p:nvSpPr>
        <p:spPr>
          <a:xfrm>
            <a:off x="5788152" y="18288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544568" y="2514600"/>
            <a:ext cx="30358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等一会儿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544568" y="2907792"/>
            <a:ext cx="30358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E75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第二步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81144" y="3246120"/>
            <a:ext cx="296265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它自己去拆解、查资料、动手做，中途要你拍板会弹选项问你。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991856" y="1600200"/>
            <a:ext cx="3401568" cy="2651760"/>
          </a:xfrm>
          <a:prstGeom prst="roundRect">
            <a:avLst>
              <a:gd name="adj" fmla="val 3103"/>
            </a:avLst>
          </a:prstGeom>
          <a:solidFill>
            <a:srgbClr val="EEF3F9"/>
          </a:solidFill>
          <a:ln w="12700">
            <a:solidFill>
              <a:srgbClr val="D6E0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418320" y="1828800"/>
            <a:ext cx="548640" cy="548640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18" name="Text 16"/>
          <p:cNvSpPr/>
          <p:nvPr/>
        </p:nvSpPr>
        <p:spPr>
          <a:xfrm>
            <a:off x="9418320" y="18288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174736" y="2514600"/>
            <a:ext cx="30358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收成果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8174736" y="2907792"/>
            <a:ext cx="30358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E75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第三步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211312" y="3246120"/>
            <a:ext cx="296265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文件落到工作目录，预览满意就取走，不满意就说哪要改。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731520" y="4526280"/>
            <a:ext cx="10698480" cy="1554480"/>
          </a:xfrm>
          <a:prstGeom prst="roundRect">
            <a:avLst>
              <a:gd name="adj" fmla="val 5294"/>
            </a:avLst>
          </a:prstGeom>
          <a:solidFill>
            <a:srgbClr val="1F4E79"/>
          </a:solidFill>
          <a:ln/>
        </p:spPr>
      </p:sp>
      <p:sp>
        <p:nvSpPr>
          <p:cNvPr id="23" name="Text 21"/>
          <p:cNvSpPr/>
          <p:nvPr/>
        </p:nvSpPr>
        <p:spPr>
          <a:xfrm>
            <a:off x="1005840" y="4800600"/>
            <a:ext cx="10149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别再想“这个功能怎么用”，直接把活说给它听。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1005840" y="5349240"/>
            <a:ext cx="10149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8CC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问得越像跟同事说话，它干得越准。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3276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2026-09-12T11:47:48Z</dcterms:created>
  <dcterms:modified xsi:type="dcterms:W3CDTF">2026-09-12T11:47:48Z</dcterms:modified>
</cp:coreProperties>
</file>